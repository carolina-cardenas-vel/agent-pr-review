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GitHub Copilot PR Review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dirty="0"/>
              <a:t>Automating Code Reviews with AI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Project Overview - The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lang="es-419" dirty="0"/>
              <a:t>- </a:t>
            </a:r>
            <a:r>
              <a:rPr dirty="0"/>
              <a:t>Code reviews are time-consuming and repetitive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lang="es-419" dirty="0"/>
              <a:t>- </a:t>
            </a:r>
            <a:r>
              <a:rPr dirty="0"/>
              <a:t>Teams use both GitHub (repos) and Azure DevOps (work items)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lang="es-419" dirty="0"/>
              <a:t>- </a:t>
            </a:r>
            <a:r>
              <a:rPr dirty="0"/>
              <a:t>Need to verify requirements are actually implemented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lang="es-419" dirty="0"/>
              <a:t>- </a:t>
            </a:r>
            <a:r>
              <a:rPr dirty="0"/>
              <a:t>Security, performance, and test coverage often get missed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lang="es-419" dirty="0"/>
              <a:t>- </a:t>
            </a:r>
            <a:r>
              <a:rPr dirty="0"/>
              <a:t>Developers want actionable feedback, not just criticisms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The Gap: No tool connects ADO requirements to GitHub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Project Overview - The Solution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lang="es-419" dirty="0"/>
              <a:t>- </a:t>
            </a:r>
            <a:r>
              <a:rPr dirty="0"/>
              <a:t>A VS Code Agent that automatically reviews PRs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lang="es-419" dirty="0"/>
              <a:t>- </a:t>
            </a:r>
            <a:r>
              <a:rPr dirty="0"/>
              <a:t>Analyzes code against Azure DevOps acceptance criteria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lang="es-419" dirty="0"/>
              <a:t>- </a:t>
            </a:r>
            <a:r>
              <a:rPr dirty="0"/>
              <a:t>Runs 6 specialized review passes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lang="es-419" dirty="0"/>
              <a:t>- </a:t>
            </a:r>
            <a:r>
              <a:rPr dirty="0"/>
              <a:t>Posts inline comments directly to PRs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In plain English: Type review command → Copilot analyzes → Comments appear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Outcome: Faster reviews, better code quality, fewer bugs shipped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Architecture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1. User triggers review in VS Code Agent Mode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2. Agent fetches ADO work item (requirements)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3. Agent fetches PR files and diffs (code changes)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4. Agent runs 6 analysis passes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5. Agent posts comments to GitHub PR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Key: VS Code Agent + GitHub Copilot + Two MCP Servers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No custom backend needed—everything runs locally in VS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The 6 Review Passes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Pass 1: ADO Compliance — Is each requirement implemented?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Pass 2: Functional Bugs — Null checks, error handling, race conditions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Pass 3: Security — SQL injection, XSS, hardcoded secrets (OWASP Top 10)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Pass 4: Performance — N+1 queries, inefficient loops, unbounded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Pass 5: Test Coverage — New functions and branches have tests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Pass 6: Maintainability — Duplication, magic values, tech debt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Example Comment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🔴 Critical: SQL Injection vulnerability (Pass 3: Security)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File: src/db/queries.ts | Line: 23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Issue: Customer ID directly interpolated into SQL string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Risk: Attacker can inject SQL to steal customer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Fix: Use parameterized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Color-coded: 🔴 Critical (must fix) | 🟡 Warning (should fix) | 🔵 Suggestion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20815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rPr dirty="0"/>
              <a:t>How I Leveraged AI </a:t>
            </a:r>
            <a:r>
              <a:rPr lang="en-CO" dirty="0"/>
              <a:t>–</a:t>
            </a:r>
            <a:r>
              <a:rPr dirty="0"/>
              <a:t> </a:t>
            </a:r>
            <a:endParaRPr lang="es-419" dirty="0"/>
          </a:p>
          <a:p>
            <a:pPr>
              <a:defRPr sz="4400" b="1">
                <a:solidFill>
                  <a:srgbClr val="0066CC"/>
                </a:solidFill>
              </a:defRPr>
            </a:pPr>
            <a:r>
              <a:rPr dirty="0"/>
              <a:t>Discovery Phase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720870"/>
            <a:ext cx="804672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Started with a problem: 'I need a PR review tool'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Asked Copilot: 'Create </a:t>
            </a:r>
            <a:r>
              <a:rPr dirty="0" err="1"/>
              <a:t>objective.md</a:t>
            </a:r>
            <a:r>
              <a:rPr dirty="0"/>
              <a:t> for this project'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Reviewed the output together, asked follow-up questions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Asked: 'What's the implementation approach?'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Copilot suggested using MCP servers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Asked: 'Create a detailed plan'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Key insight: Copilot helped me think through the problem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479385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rPr dirty="0"/>
              <a:t>How I Leveraged AI </a:t>
            </a:r>
            <a:r>
              <a:rPr lang="en-CO" dirty="0"/>
              <a:t>–</a:t>
            </a:r>
            <a:r>
              <a:rPr dirty="0"/>
              <a:t> </a:t>
            </a:r>
            <a:endParaRPr lang="es-419" dirty="0"/>
          </a:p>
          <a:p>
            <a:pPr>
              <a:defRPr sz="4400" b="1">
                <a:solidFill>
                  <a:srgbClr val="0066CC"/>
                </a:solidFill>
              </a:defRPr>
            </a:pPr>
            <a:r>
              <a:rPr dirty="0"/>
              <a:t>Implementation Phase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8288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Copilot generated: .</a:t>
            </a:r>
            <a:r>
              <a:rPr dirty="0" err="1"/>
              <a:t>vscode</a:t>
            </a:r>
            <a:r>
              <a:rPr dirty="0"/>
              <a:t>/</a:t>
            </a:r>
            <a:r>
              <a:rPr dirty="0" err="1"/>
              <a:t>mcp.json</a:t>
            </a:r>
            <a:r>
              <a:rPr dirty="0"/>
              <a:t>, instructions, plan, docs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What I didn't have to write: No backend code, no API integration, no OAuth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Copilot generated entire 6-pass review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Total setup time: ~2 hours from idea to working agent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Most of that: Understanding MCP servers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Actual coding: ~30 minutes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Result: Complete, working agent without infrastructure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27259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rPr dirty="0"/>
              <a:t>How I Leveraged AI </a:t>
            </a:r>
            <a:r>
              <a:rPr lang="en-CO" dirty="0"/>
              <a:t>–</a:t>
            </a:r>
            <a:r>
              <a:rPr dirty="0"/>
              <a:t> </a:t>
            </a:r>
            <a:endParaRPr lang="es-419" dirty="0"/>
          </a:p>
          <a:p>
            <a:pPr>
              <a:defRPr sz="4400" b="1">
                <a:solidFill>
                  <a:srgbClr val="0066CC"/>
                </a:solidFill>
              </a:defRPr>
            </a:pPr>
            <a:r>
              <a:rPr dirty="0"/>
              <a:t>Quality &amp; Refinement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Asked: 'Check this for bugs' → Copilot reviewed instructions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Asked: 'Simplify this pass' → Made review logic clearer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Asked: 'Add examples' → Generated example comments and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Asked: 'Update docs' → Created README, GETTING_STARTED guide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The power: No trial-and-error coding, no debugging loops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Copilot understood full context from start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Key Learnings - MCP Servers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MCP (Model Context Protocol) servers are pre-built integrations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Official ones exist for major platforms (GitHub, ADO,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CHECK WHAT'S AVAILABLE BEFORE BUILDING CUSTOM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They handle OAuth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No API tokens to manage or expose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Key takeaway: Would have taken </a:t>
            </a:r>
            <a:r>
              <a:rPr lang="es-419" dirty="0"/>
              <a:t>much more time</a:t>
            </a:r>
            <a:r>
              <a:rPr dirty="0"/>
              <a:t> to build custom integrations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Key Learnings - Agent Mode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VS Code Agent Mode runs Copilot with specific instructions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Activates on trigger text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Automatically accesses MCP tools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Instructions file is incredibly powerful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No UI coding needed—all in prompts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Key takeaway: Like giving Copilot a job description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Key Learnings - AI-Human Collaboration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Start with problem, not 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Review each artifact and iterate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Use AI for thinking, not just coding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Build on previous outputs (compound effect)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Each answer informed the next question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Small adjustments unlock better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Best results from reviewing Copilot's own 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Key Learnings - Prompting Matters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Context is everything—explain what problem you're solving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Specific examples help—show desired output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Edge cases matter—mention constraints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Iteration beats perfection—good → great → excellent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Best results from: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Asking Copilot to review its own 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Providing feedback on what worked/didn't 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Being specific about use case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Gotchas - MCP Server Authentication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What I thought: 'Need to manage GitHub PATs and ADO tokens'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What actually happened: MCP servers use OAuth (browser login)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No tokens stored locally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Session-based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First-time setup: Just sign in once, that's 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Lesson: Read MCP docs first! Authentication can be simpler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782708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rPr dirty="0"/>
              <a:t>Gotchas </a:t>
            </a:r>
            <a:r>
              <a:rPr lang="en-CO" dirty="0"/>
              <a:t>–</a:t>
            </a:r>
            <a:r>
              <a:rPr dirty="0"/>
              <a:t> </a:t>
            </a:r>
            <a:endParaRPr lang="es-419" dirty="0"/>
          </a:p>
          <a:p>
            <a:pPr>
              <a:defRPr sz="4400" b="1">
                <a:solidFill>
                  <a:srgbClr val="0066CC"/>
                </a:solidFill>
              </a:defRPr>
            </a:pPr>
            <a:r>
              <a:rPr dirty="0"/>
              <a:t>Diff Line Numbers Are Confusing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05421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What I thought: 'Just post comments at any line in the file'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What actually happened: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GitHub API requires line numbers from the diff itself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Can't comment on lines outside changed section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Had to map logic to nearest changed 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Took trial-and-error to get right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Lesson: Test with real examples early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Gotchas - Vague Instructions = Confused Agent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What I thought: 'Just tell Copilot to review the code'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What actually happened: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Generic instructions produced generic comments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Had to write detailed step-by-step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6 passes needed to be explicit in order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Formatting rules had to be exact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Lesson: Be extremely specific with agent instructions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Gotchas - Context Gets Expensive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What I thought: 'Just fetch all the context'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What actually happened: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Large PRs with full file context can exceed token limits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Copilot has limits on how much context to process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Had to be selective about which files to fully fetch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Lesson: Token limits are real constraints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133859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rPr dirty="0"/>
              <a:t>What I'd Do Differently </a:t>
            </a:r>
            <a:r>
              <a:rPr lang="en-CO" dirty="0"/>
              <a:t>–</a:t>
            </a:r>
            <a:r>
              <a:rPr dirty="0"/>
              <a:t> </a:t>
            </a:r>
            <a:endParaRPr lang="es-419" dirty="0"/>
          </a:p>
          <a:p>
            <a:pPr>
              <a:defRPr sz="4400" b="1">
                <a:solidFill>
                  <a:srgbClr val="0066CC"/>
                </a:solidFill>
              </a:defRPr>
            </a:pPr>
            <a:r>
              <a:rPr dirty="0"/>
              <a:t>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8288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Start with a real PR, not in a vacuum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Test assumptions against actual code early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Limit scope initially—maybe start with 3 passes, not 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Add complexity incrementally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Easier to enhance than simplify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Focus on one problem first (compliance OR security OR performance)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What I'd Do Differently - Process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Document assumptions explicitly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('We only review TypeScript PRs' would save debugging)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Test the feedback loop early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Post real comments to test PR, get user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Build a feedback mechanism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How do we know if comments are helpful?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Track which findings devs actually fix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What I'd Do Differently - Using Copilot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Ask more verification questions: 'Is this the right approach?'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Request specific trade-offs: 'Fast vs. deep analysis?'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Prototype with real MCP responses early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Ask: 'What does GitHub MCP actually return?'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Test against real API responses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Current design based on guesses—test early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What I'd Do Differently - Documentation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Architecture diagrams earlier—visual flow catches 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Use cases &amp; examples upfront (3 real PRs we want to review)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Design from use cases, not theory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Failure scenarios: 'What if MCP times out?'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'What if ADO work item is closed?'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Build robustness proactively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Key Wins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MCP servers just worked (OAuth seamless)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Copilot understood full scope (no context re-explaining)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Rapid iteration possible (idea → working agent: 2 hours)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No infrastructure needed (everything runs in VS Code)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Zero deployment complexity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No trial-and-error or debugging loops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Impact &amp; 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Current: Review any PR against any ADO work item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6 specialized analysis passes, inline comments with fixes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Immediate next: Deploy and test with real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Measure impact (bugs caught, time saved)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Future: Auto-run on every PR, custom rules, metrics dashboard,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multi-language support, continuous learning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Lessons for Your Copilot Journey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1. Use Copilot for thinking, not just coding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Best results from collaboration, not just code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2. Understand your tools (MCP, APIs, platforms)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80% work is understanding integrations, 20% is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3. Iterate with real feedback loops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Theory beats practice initially; real data changes everything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Questions?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How does it handle edge cases?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Can it integrate with other work item systems?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What's the accuracy of findings?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How do you customize review criteria?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Can it run on every PR automatically?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d47762-d1c3-476b-91fd-63cae19eaafb}" enabled="1" method="Standard" siteId="{8e61d5fe-7749-4e76-88ee-6d8799ae81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1468</Words>
  <Application>Microsoft Macintosh PowerPoint</Application>
  <PresentationFormat>On-screen Show (4:3)</PresentationFormat>
  <Paragraphs>218</Paragraphs>
  <Slides>25</Slides>
  <Notes>0</Notes>
  <HiddenSlides>12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Carolina Cardenas</cp:lastModifiedBy>
  <cp:revision>2</cp:revision>
  <dcterms:created xsi:type="dcterms:W3CDTF">2013-01-27T09:14:16Z</dcterms:created>
  <dcterms:modified xsi:type="dcterms:W3CDTF">2026-07-15T11:51:29Z</dcterms:modified>
  <cp:category/>
</cp:coreProperties>
</file>